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C--Users-USER-OneDrive-Desktop-teamproject/6293d594-212e-452b-adb2-e14587e7d2f2/scratchpad/banne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1196"/>
            <a:ext cx="9144000" cy="2432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03504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댕기</a:t>
            </a:r>
            <a:pPr indent="0" marL="0">
              <a:buNone/>
            </a:pPr>
            <a:r>
              <a:rPr lang="en-US" sz="60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713232" y="159105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산책 라이프 플랫폼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3232" y="2011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날씨·지면·대기질과 우리 아이 견종 데이터로, 오늘의 산책을 진단합니다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13232" y="2432304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24323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first-team-project-two.vercel.app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926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최종 발표  ·  2026. 07. 05  ·  임재영 · 오연수 · 윤소윤 · 정선혜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75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무엇을·왜 만들었나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18288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1975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16352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기술 스택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16352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역할과 아키텍처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18288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01184" y="1975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01184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· 일정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26테이블 · 6주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8288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1975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86016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산책지수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86016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차별화 기능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5753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4087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379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기록·통계·커뮤니티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33472" y="34290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16352" y="35753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816352" y="4087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16352" y="4379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 데모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34290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01184" y="35753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901184" y="4087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보안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4379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배포·트러블슈팅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3429000"/>
            <a:ext cx="1901952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86016" y="35753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86016" y="4087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· Q&amp;A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86016" y="4379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후기와 다음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 — 각자 잘하는 자리에서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901952" cy="3108960"/>
          </a:xfrm>
          <a:prstGeom prst="roundRect">
            <a:avLst>
              <a:gd name="adj" fmla="val 480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임재영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3816" y="277977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DF3D7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779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PM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3255264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 엔진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견종 데이터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리뷰 총괄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20824" y="1572768"/>
            <a:ext cx="310896" cy="310896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12" name="Text 10"/>
          <p:cNvSpPr/>
          <p:nvPr/>
        </p:nvSpPr>
        <p:spPr>
          <a:xfrm>
            <a:off x="2020824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87752" y="1463040"/>
            <a:ext cx="1901952" cy="3108960"/>
          </a:xfrm>
          <a:prstGeom prst="roundRect">
            <a:avLst>
              <a:gd name="adj" fmla="val 480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172968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87752" y="239572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오연수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898648" y="277977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DF3D7"/>
          </a:solidFill>
          <a:ln/>
        </p:spPr>
      </p:sp>
      <p:sp>
        <p:nvSpPr>
          <p:cNvPr id="18" name="Text 16"/>
          <p:cNvSpPr/>
          <p:nvPr/>
        </p:nvSpPr>
        <p:spPr>
          <a:xfrm>
            <a:off x="2807208" y="2779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3255264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대기질 API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산책점수 서버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알림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72584" y="1463040"/>
            <a:ext cx="1901952" cy="3108960"/>
          </a:xfrm>
          <a:prstGeom prst="roundRect">
            <a:avLst>
              <a:gd name="adj" fmla="val 480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49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72584" y="239572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윤소윤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983480" y="277977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DF3D7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779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3255264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유틸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집계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· 정렬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57416" y="1463040"/>
            <a:ext cx="1901952" cy="3108960"/>
          </a:xfrm>
          <a:prstGeom prst="roundRect">
            <a:avLst>
              <a:gd name="adj" fmla="val 480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34072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42632" y="1719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57416" y="239572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정선혜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068312" y="277977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DF3D7"/>
          </a:solidFill>
          <a:ln/>
        </p:spPr>
      </p:sp>
      <p:sp>
        <p:nvSpPr>
          <p:cNvPr id="32" name="Text 30"/>
          <p:cNvSpPr/>
          <p:nvPr/>
        </p:nvSpPr>
        <p:spPr>
          <a:xfrm>
            <a:off x="6976872" y="2779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· 디자인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58584" y="3255264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화면 UI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· 커뮤니티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“오늘, 산책해도 될까?” — 매일 반복되는 고민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475488" cy="475488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한여름 지면 화상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 30℃면 아스팔트는 50℃+.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발바닥 화상은 눈에 안 보이는 위험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572768"/>
            <a:ext cx="475488" cy="475488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544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139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미세먼지·자외선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앱은 사람 기준.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 가까운 반려견 기준 정보는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72768"/>
            <a:ext cx="475488" cy="475488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39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견종마다 다른 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시추와 허스키의 ‘괜찮은 날’은 다름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단두종·이중모 등 체질 변수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7826"/>
            </a:avLst>
          </a:prstGeom>
          <a:solidFill>
            <a:srgbClr val="2E2A2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댕기온의 답
</a:t>
            </a:r>
            <a:pPr indent="0" marL="0">
              <a:buNone/>
            </a:pPr>
            <a:r>
              <a:rPr lang="en-US" sz="1300" dirty="0">
                <a:solidFill>
                  <a:srgbClr val="F0EC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 6요소 × 견종 388종 데이터로, 오늘 우리 아이의 산책지수를 0~100점과 근거로 진단한다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— 각 영역에 맞는 도구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01952" cy="3108960"/>
          </a:xfrm>
          <a:prstGeom prst="roundRect">
            <a:avLst>
              <a:gd name="adj" fmla="val 4327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Router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7752" y="1417320"/>
            <a:ext cx="1901952" cy="3108960"/>
          </a:xfrm>
          <a:prstGeom prst="roundRect">
            <a:avLst>
              <a:gd name="adj" fmla="val 432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70632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+ RT 쿠키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/ Hibernate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72584" y="1417320"/>
            <a:ext cx="1901952" cy="3108960"/>
          </a:xfrm>
          <a:prstGeom prst="roundRect">
            <a:avLst>
              <a:gd name="adj" fmla="val 4327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55464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(Python)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 엔진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· EDA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견종 388종 시드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57416" y="1417320"/>
            <a:ext cx="1901952" cy="3108960"/>
          </a:xfrm>
          <a:prstGeom prst="roundRect">
            <a:avLst>
              <a:gd name="adj" fmla="val 432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Infra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0296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 (Aiven)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· Railway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CI</a:t>
            </a:r>
            <a:endParaRPr lang="en-US" sz="1200" dirty="0"/>
          </a:p>
          <a:p>
            <a:pPr algn="ctr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4종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— 기상청 단기예보 · 생활기상지수 · 에어코리아(미세먼지) · 카카오맵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3-서비스 분리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+ Vite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배포: Vercel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0574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 · Java 21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+ RT 쿠키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배포: Railway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3796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0574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(Python)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 산책지수 엔진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배포: Railway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25400">
            <a:solidFill>
              <a:srgbClr val="5C564C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2606040" y="1975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 프록시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2286000"/>
            <a:ext cx="640080" cy="0"/>
          </a:xfrm>
          <a:prstGeom prst="line">
            <a:avLst/>
          </a:prstGeom>
          <a:noFill/>
          <a:ln w="25400">
            <a:solidFill>
              <a:srgbClr val="5C564C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5623560" y="1975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3429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3538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(Aiven)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테이블 · 견종 388종 시드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0" cy="457200"/>
          </a:xfrm>
          <a:prstGeom prst="line">
            <a:avLst/>
          </a:prstGeom>
          <a:noFill/>
          <a:ln w="25400">
            <a:solidFill>
              <a:srgbClr val="5C56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29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538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· 에어코리아 · 카카오맵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0" y="2971800"/>
            <a:ext cx="0" cy="457200"/>
          </a:xfrm>
          <a:prstGeom prst="line">
            <a:avLst/>
          </a:prstGeom>
          <a:noFill/>
          <a:ln w="25400">
            <a:solidFill>
              <a:srgbClr val="5C564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537960" y="34290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2E2A25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5204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분리했나
</a:t>
            </a:r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BE는 HTTP 호출만, AI는 Python으로 끝까지 소유 → ML 확장 열림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— ERD v1.8 · 26 테이블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996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사용자·인증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· email_verifications · refresh_tokens · badges · user_badges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996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🐕 반려견·견종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8470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dogs · dog_breeds(388) · achievements · user_achievements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4996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🌡️ 산책지수·날씨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8470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weather_snapshots · walk_scores · walks · walk_routes · walk_locations · walk_route_reviews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723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커뮤니티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1985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categories · posts · comments · post_likes · post_images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9443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0723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알림·미션·통계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41985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notifications · daily_missions · walk_missions · walking_companions · user_walk_stats · qna_history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드리프트(엔티티↔스키마 불일치)를 버전 로그로 추적 — v1.4 인증 · v1.6 좋아요 PK · v1.8 소셜/이메일 인증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로드맵 — 기획부터 배포까지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7498080" cy="0"/>
          </a:xfrm>
          <a:prstGeom prst="line">
            <a:avLst/>
          </a:prstGeom>
          <a:noFill/>
          <a:ln w="38100">
            <a:solidFill>
              <a:srgbClr val="DDD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075688"/>
            <a:ext cx="237744" cy="237744"/>
          </a:xfrm>
          <a:prstGeom prst="ellipse">
            <a:avLst/>
          </a:prstGeom>
          <a:solidFill>
            <a:srgbClr val="3F7A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5/19–25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2468880"/>
            <a:ext cx="1133856" cy="96012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523744"/>
            <a:ext cx="102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세팅 · 설계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75688" y="2075688"/>
            <a:ext cx="237744" cy="237744"/>
          </a:xfrm>
          <a:prstGeom prst="ellipse">
            <a:avLst/>
          </a:prstGeom>
          <a:solidFill>
            <a:srgbClr val="3F7A3E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792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5/26–6/1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27632" y="2468880"/>
            <a:ext cx="1133856" cy="96012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82496" y="2523744"/>
            <a:ext cx="102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반려견 프로필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75688"/>
            <a:ext cx="237744" cy="237744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1792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6/2–8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07792" y="2468880"/>
            <a:ext cx="1133856" cy="960120"/>
          </a:xfrm>
          <a:prstGeom prst="roundRect">
            <a:avLst>
              <a:gd name="adj" fmla="val 6667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62656" y="2523744"/>
            <a:ext cx="102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산책 위험도 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36008" y="2075688"/>
            <a:ext cx="237744" cy="237744"/>
          </a:xfrm>
          <a:prstGeom prst="ellipse">
            <a:avLst/>
          </a:prstGeom>
          <a:solidFill>
            <a:srgbClr val="3F7A3E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1792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6/9–15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87952" y="2468880"/>
            <a:ext cx="1133856" cy="96012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42816" y="2523744"/>
            <a:ext cx="102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기록 · 커뮤니티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16168" y="2075688"/>
            <a:ext cx="237744" cy="237744"/>
          </a:xfrm>
          <a:prstGeom prst="ellipse">
            <a:avLst/>
          </a:prstGeom>
          <a:solidFill>
            <a:srgbClr val="3F7A3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792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6/16–22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68112" y="2468880"/>
            <a:ext cx="1133856" cy="96012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22976" y="2523744"/>
            <a:ext cx="102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알림 · 디자인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96328" y="2075688"/>
            <a:ext cx="237744" cy="237744"/>
          </a:xfrm>
          <a:prstGeom prst="ellipse">
            <a:avLst/>
          </a:prstGeom>
          <a:solidFill>
            <a:srgbClr val="3F7A3E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1792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6/23–7/5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48272" y="2468880"/>
            <a:ext cx="1133856" cy="96012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03136" y="2523744"/>
            <a:ext cx="102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· 배포 · 발표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0233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주차 목표 달성 — 인증(Week 2)은 선행 완료, 발표(Week 6)까지 로드맵대로 완주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산책지수 — 점수·등급·근거를 한 화면에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66344" y="1426464"/>
            <a:ext cx="4370832" cy="240487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C:/Users/USER/AppData/Local/Temp/claude/C--Users-USER-OneDrive-Desktop-teamproject/6293d594-212e-452b-adb2-e14587e7d2f2/scratchpad/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4297680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041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</a:t>
            </a:r>
            <a:pPr indent="0" marL="0">
              <a:buNone/>
            </a:pPr>
            <a:r>
              <a:rPr lang="en-US" sz="11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0~100 점수 + 등급 (안전·주의·위험)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43342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🌡️  </a:t>
            </a:r>
            <a:pPr indent="0" marL="0">
              <a:buNone/>
            </a:pPr>
            <a:r>
              <a:rPr lang="en-US" sz="11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6요소 실측 — 지면온도·미세먼지·자외선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4626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</a:t>
            </a:r>
            <a:pPr indent="0" marL="0">
              <a:buNone/>
            </a:pPr>
            <a:r>
              <a:rPr lang="en-US" sz="11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점수에 맞춘 오늘의 산책 TIP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834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 </a:t>
            </a:r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등급에 따라 홈 배너가 바뀝니다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74336" y="1792224"/>
            <a:ext cx="3767328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C:/Users/USER/AppData/Local/Temp/claude/C--Users-USER-OneDrive-Desktop-teamproject/6293d594-212e-452b-adb2-e14587e7d2f2/scratchpad/banner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10912" y="1828800"/>
            <a:ext cx="3694176" cy="7863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20640" y="1929384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3F7A3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0640" y="192938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10912" y="2359152"/>
            <a:ext cx="3694176" cy="256032"/>
          </a:xfrm>
          <a:prstGeom prst="rect">
            <a:avLst/>
          </a:prstGeom>
          <a:solidFill>
            <a:srgbClr val="2E2A25">
              <a:alpha val="78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138928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“산책하기 좋은 날이에요”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74336" y="2752344"/>
            <a:ext cx="3767328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2" descr="C:/Users/USER/AppData/Local/Temp/claude/C--Users-USER-OneDrive-Desktop-teamproject/6293d594-212e-452b-adb2-e14587e7d2f2/scratchpad/banner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10912" y="2788920"/>
            <a:ext cx="3694176" cy="7863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20640" y="2889504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120640" y="288950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10912" y="3319272"/>
            <a:ext cx="3694176" cy="256032"/>
          </a:xfrm>
          <a:prstGeom prst="rect">
            <a:avLst/>
          </a:prstGeom>
          <a:solidFill>
            <a:srgbClr val="2E2A25">
              <a:alpha val="78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5138928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“짧은 산책을 추천드려요”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74336" y="3712464"/>
            <a:ext cx="3767328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3" name="Image 3" descr="C:/Users/USER/AppData/Local/Temp/claude/C--Users-USER-OneDrive-Desktop-teamproject/6293d594-212e-452b-adb2-e14587e7d2f2/scratchpad/banner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10912" y="3749040"/>
            <a:ext cx="3694176" cy="7863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120640" y="3849624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B23A3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120640" y="3849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10912" y="4279392"/>
            <a:ext cx="3694176" cy="256032"/>
          </a:xfrm>
          <a:prstGeom prst="rect">
            <a:avLst/>
          </a:prstGeom>
          <a:solidFill>
            <a:srgbClr val="2E2A25">
              <a:alpha val="78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138928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“산책을 되도록 피해주세요”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= ML”이 아니다 — 룰베이스를 ‘선택’한 이유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블랙박스 ML이었다면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“위험”이라는데 이유를 설명 못 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0건 — 콜드스타트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도메인에서 오판 책임 불가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7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룰베이스를 선택한 이유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설명가능성 — “지면 45℃라서 주의”라고 말함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수의학 문헌 기반 임계값 = 첫날부터 신뢰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치명 요인 등급 override (점수≠등급)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산책지수 엔진 입력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0195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지면온도 · 체감온도 · 미세먼지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자외선 · 습도 · 바람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견종 체질 (단두종 · 이중모 · 내열/내한성)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2724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0~100 + 등급(안전·주의·위험) + 근거 TOP3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로드맵 — 룰은 시작점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93192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F7C94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931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v1.5 (지금)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50992" y="40416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4C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79008" y="393192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F7F6F3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3931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검증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튜닝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75120" y="40416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4C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393192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F7F6F3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3931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견종 군집화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(비지도 ML)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99248" y="40416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4C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27264" y="393192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F7F6F3"/>
          </a:solidFill>
          <a:ln/>
        </p:spPr>
      </p:sp>
      <p:sp>
        <p:nvSpPr>
          <p:cNvPr id="24" name="Text 22"/>
          <p:cNvSpPr/>
          <p:nvPr/>
        </p:nvSpPr>
        <p:spPr>
          <a:xfrm>
            <a:off x="7827264" y="3931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학습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설계를 뒤집었다 — 견종 DB 388종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77440" cy="3200400"/>
          </a:xfrm>
          <a:prstGeom prst="roundRect">
            <a:avLst>
              <a:gd name="adj" fmla="val 3462"/>
            </a:avLst>
          </a:prstGeom>
          <a:solidFill>
            <a:srgbClr val="2E2A2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견종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(믹스 포함)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AB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견종 내열·내한성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3AB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단두종 · 코트타입 보유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41732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9272" y="1673352"/>
            <a:ext cx="457200" cy="457200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0" name="Text 8"/>
          <p:cNvSpPr/>
          <p:nvPr/>
        </p:nvSpPr>
        <p:spPr>
          <a:xfrm>
            <a:off x="3227832" y="16550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0208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EDA가 계획을 바꿈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50208" y="18013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당초 “두 CSV 교집합 145종” 계획 → 분석 결과 내열/내한성은 392종 쪽에만 존재. 교집합이면 247종 체질 손실 → 392종을 뼈대로 전략 수정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532888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2788920"/>
            <a:ext cx="457200" cy="457200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50208" y="2624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분리 원칙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50208" y="291693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코트타입(보온성) ≠ 내열성 ≠ 내한성을 독립 축으로 — 허스키(이중모·추위강함·더위약함) 엣지케이스를 일관 기준으로 처리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3648456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9272" y="3904488"/>
            <a:ext cx="457200" cy="457200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20" name="Text 18"/>
          <p:cNvSpPr/>
          <p:nvPr/>
        </p:nvSpPr>
        <p:spPr>
          <a:xfrm>
            <a:off x="3227832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0208" y="3739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믹스견 명명 = 검색성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50208" y="40325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“말티즈 × 푸들” 표기로 부모 견종명 검색 가능. 서술형 잡종은 과감히 제외해 388종으로 정제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하드임계 ‘절벽’ 완화 — 룰 v1.5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463040"/>
          </a:xfrm>
          <a:prstGeom prst="roundRect">
            <a:avLst>
              <a:gd name="adj" fmla="val 5625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🚨 배포 후 발견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지면온도 ‘잠정값’이 실제보다 2~4℃ 높게 오는 시간대 존재. 하드임계(40℃)는 감점이 한 번에 점프해, 노이즈 하나에 점수가 ±20점 출렁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3931920" cy="1554480"/>
          </a:xfrm>
          <a:prstGeom prst="roundRect">
            <a:avLst>
              <a:gd name="adj" fmla="val 5294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09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최소 수술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29584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3축(지면·체감·미세먼지)만 선형 연속화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앵커·존 감점은 보존 — 전면 재설계 아님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 36/36 통과 후 배포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감점 곡선 — Before / 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 임계 40℃에서 절벽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2697480"/>
            <a:ext cx="1463040" cy="0"/>
          </a:xfrm>
          <a:prstGeom prst="line">
            <a:avLst/>
          </a:prstGeom>
          <a:noFill/>
          <a:ln w="31750">
            <a:solidFill>
              <a:srgbClr val="B23A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286000"/>
            <a:ext cx="0" cy="411480"/>
          </a:xfrm>
          <a:prstGeom prst="line">
            <a:avLst/>
          </a:prstGeom>
          <a:noFill/>
          <a:ln w="31750">
            <a:solidFill>
              <a:srgbClr val="B23A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286000"/>
            <a:ext cx="1463040" cy="0"/>
          </a:xfrm>
          <a:prstGeom prst="line">
            <a:avLst/>
          </a:prstGeom>
          <a:noFill/>
          <a:ln w="31750">
            <a:solidFill>
              <a:srgbClr val="B23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3957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3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-20점 점프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7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 37~43℃ 구간 선형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931920"/>
            <a:ext cx="1188720" cy="0"/>
          </a:xfrm>
          <a:prstGeom prst="line">
            <a:avLst/>
          </a:prstGeom>
          <a:noFill/>
          <a:ln w="31750">
            <a:solidFill>
              <a:srgbClr val="3F7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309360" y="3547872"/>
            <a:ext cx="822960" cy="384048"/>
          </a:xfrm>
          <a:prstGeom prst="line">
            <a:avLst/>
          </a:prstGeom>
          <a:noFill/>
          <a:ln w="31750">
            <a:solidFill>
              <a:srgbClr val="3F7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3547872"/>
            <a:ext cx="1188720" cy="0"/>
          </a:xfrm>
          <a:prstGeom prst="line">
            <a:avLst/>
          </a:prstGeom>
          <a:noFill/>
          <a:ln w="31750">
            <a:solidFill>
              <a:srgbClr val="3F7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160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±2℃ → 점수 변화 완만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문제가 아니라 ‘데이터 품질 → 룰 강건성’ 관점의 진단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산책지수 상세 — 반려견별 맞춤 진단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21024" y="1335024"/>
            <a:ext cx="5056632" cy="3319272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C:/Users/USER/AppData/Local/Temp/claude/C--Users-USER-OneDrive-Desktop-teamproject/6293d594-212e-452b-adb2-e14587e7d2f2/scratchpad/shots/walk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1371600"/>
            <a:ext cx="49834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4475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3856" y="1444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드롭다운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3856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아이별로 점수를 즉시 전환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267712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24942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🎯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" y="2249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게이지 + 등급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3856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색으로 안전·주의·위험 인지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054096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🌡️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3856" y="3054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요소별 위험 설명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33856" y="3346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“지면 40℃, 발바닥 화상 위험”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858768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💡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33856" y="3858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산책 TIP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33856" y="4151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산책 기록·리포트로 연결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· 알림 — 보호자끼리 나누는 이야기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66344" y="1335024"/>
            <a:ext cx="5102352" cy="3319272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C:/Users/USER/AppData/Local/Temp/claude/C--Users-USER-OneDrive-Desktop-teamproject/6293d594-212e-452b-adb2-e14587e7d2f2/scratchpad/shots/commun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502920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463040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0" y="144475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🗂️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5종 + 정렬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0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사료·병원·산책로·자랑·메이트 / 최신·인기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267712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224942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2249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· 좋아요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0" y="25420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CRUD · 이미지 · 대댓글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072384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3054096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30540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집계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0" y="33467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“OO님 외 N명”으로 좋아요 묶음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3877056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0" y="3858768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3858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연차 뱃지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0" y="41513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옆 새싹~베테랑 표시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실제 서비스 시연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33856" y="877824"/>
            <a:ext cx="6876288" cy="3913632"/>
          </a:xfrm>
          <a:prstGeom prst="roundRect">
            <a:avLst>
              <a:gd name="adj" fmla="val 2336"/>
            </a:avLst>
          </a:prstGeom>
          <a:solidFill>
            <a:srgbClr val="1C1915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88720" y="932688"/>
            <a:ext cx="6766560" cy="3803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463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홈 산책지수(등급별 배너) → 상세 진단 → 산책 기록 → 리포트 → 커뮤니티·알림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인프라와 싸운 기록 — 전부 실측으로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1790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7864" y="15179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512MB OOM — 로그 없이 죽음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JVM이 컨테이너 한계를 모름 → MaxRAMPercentage=50 · SerialGC 플래그로 해결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8920" y="2615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메모리 모델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536192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1790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04104" y="15179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콜드스타트 배포 실패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 CPU 부팅 125초 &gt; 포트스캔 90초 → lazy-init으로 포트부터 개방 (스케줄러만 예외)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2615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 최적화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27832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0954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97864" y="32095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리전에서 기상청 API 차단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7216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us-west IP는 data.go.kr 접근 불가 → 500. 싱가포르 리전으로 이전해 해결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4306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진단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227832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20954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04104" y="32095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운영에서만 메일 타임아웃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92040" y="37216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아니라 호스팅사의 SMTP 전면 차단 정책이 원인 → Brevo HTTPS API(443)로 우회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4306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6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정책 진단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Render → Railway 이전을 반나절에 (구 서버 유지 = env 하나로 롤백 가능한 무중단 이전 설계)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3종 + 이메일 인증 — 편의만큼 방어도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66344" y="1335024"/>
            <a:ext cx="3867912" cy="3273552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C:/Users/USER/AppData/Local/Temp/claude/C--Users-USER-OneDrive-Desktop-teamproject/6293d594-212e-452b-adb2-e14587e7d2f2/scratchpad/shots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7947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371600"/>
            <a:ext cx="4069080" cy="3246120"/>
          </a:xfrm>
          <a:prstGeom prst="roundRect">
            <a:avLst>
              <a:gd name="adj" fmla="val 2535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설계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1938528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3종(카카오·구글·네이버) — provider 공통 구조로 2종 확장을 이틀에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이메일만 계정 자동연동 — 계정탈취 벡터 차단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인증코드: 쿨다운 60초·10분 유효·5회 실패 폐기 (브루트포스·메일폭탄 방어)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AT + HttpOnly RT 쿠키, /api 프록시로 1st-party화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state 대조 CSRF 차단 · 시크릿 전부 환경변수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인프라 — develop 머지 = 전 서비스 자동배포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63624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4533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7864" y="1563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· Vercel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빌드 + /api·/uploads rewrite 프록시로 쿠키 1st-party화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63624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4533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04104" y="1563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· AI · Railway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0391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연동 자동배포 (watch paths) · 싱가포르 리전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63824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4553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🗄️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97864" y="3163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Aiven MySQL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639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테이블 · 견종 388 시드 · 라이브 데모 데이터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163824"/>
            <a:ext cx="402336" cy="402336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14553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04104" y="3163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· GitHub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PR마다 빌드 검사 + 브랜치 보호 — develop 오염 자동 차단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URL — FE: first-team-project-two.vercel.app  ·  API·AI: *.up.railway.app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 · 6주 — 프로세스가 품질을 지켰다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2E2A2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81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전량 리뷰 후 머지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2E2A2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81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121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기획→배포 완주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2E2A2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4813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72200" y="2121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83464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🛡️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852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CI가 실제로 막았다  —  </a:t>
            </a:r>
            <a:pPr indent="0" marL="0">
              <a:buNone/>
            </a:pPr>
            <a:r>
              <a:rPr lang="en-US" sz="11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깨진 PR이 develop을 오염시키기 전 자동 차단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11296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493008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5112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전 검증 문화  —  </a:t>
            </a:r>
            <a:pPr indent="0" marL="0">
              <a:buNone/>
            </a:pPr>
            <a:r>
              <a:rPr lang="en-US" sz="11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“되는 것처럼 보임”을 믿지 않기 — 명세 위반·런타임 회귀를 반복 적발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69664"/>
            <a:ext cx="420624" cy="420624"/>
          </a:xfrm>
          <a:prstGeom prst="ellipse">
            <a:avLst/>
          </a:prstGeom>
          <a:solidFill>
            <a:srgbClr val="FDF3D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151376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1696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자산  —  </a:t>
            </a:r>
            <a:pPr indent="0" marL="0">
              <a:buNone/>
            </a:pPr>
            <a:r>
              <a:rPr lang="en-US" sz="115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결정·회의록·일일회고를 노션 DB로 구조화 → 의사결정 추적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후기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 진행하며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886200" cy="2788920"/>
          </a:xfrm>
          <a:prstGeom prst="roundRect">
            <a:avLst>
              <a:gd name="adj" fmla="val 295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‘AI=ML’ 통념 대신 문제에 맞는 기술을 논증하며 선택했다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후에야 보이는 데이터 품질 문제를 실측으로 진단했다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‘로컬은 되는데 운영만’ 계열 문제를 플랫폼 관점까지 파고들었다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마치며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886200" cy="2788920"/>
          </a:xfrm>
          <a:prstGeom prst="roundRect">
            <a:avLst>
              <a:gd name="adj" fmla="val 295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 위에 ML을 단계적으로 얹는 확장 구조를 설계했다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리뷰·CI·기록 문화가 4명의 속도를 실제로 지켰다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기획→배포까지 6주 완주 — 다음은 개인화 학습과 모바일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안 하지만, 길이 보인다 — Phase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20240" cy="2468880"/>
          </a:xfrm>
          <a:prstGeom prst="roundRect">
            <a:avLst>
              <a:gd name="adj" fmla="val 4286"/>
            </a:avLst>
          </a:prstGeom>
          <a:solidFill>
            <a:srgbClr val="FDF3D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믹스 빌더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견종 2개를 고르면 체질을 자동 합성 — 무한 조합 커버, 정확도 향상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04872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564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1920240" cy="2468880"/>
          </a:xfrm>
          <a:prstGeom prst="roundRect">
            <a:avLst>
              <a:gd name="adj" fmla="val 4286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792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견종 군집화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2743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ML로 체질 유사군 발견 — 룰 가중치를 군집 단위로 정교화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07992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564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1920240" cy="2468880"/>
          </a:xfrm>
          <a:prstGeom prst="roundRect">
            <a:avLst>
              <a:gd name="adj" fmla="val 4286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792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피드백 학습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 후 체감 피드백으로 개인화 보정 — 수집 파이프 구축 완료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11112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564C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1600200"/>
            <a:ext cx="1920240" cy="2468880"/>
          </a:xfrm>
          <a:prstGeom prst="roundRect">
            <a:avLst>
              <a:gd name="adj" fmla="val 4286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792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모바일 GPS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743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경로 트래킹 — 거리 계산 로직은 웹에 이미 준비됨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원칙: 룰베이스 위에 데이터 검증 → ML을 ‘단계적으로’ 얹는다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댕기</a:t>
            </a:r>
            <a:pPr algn="ctr" indent="0" marL="0">
              <a:buNone/>
            </a:pPr>
            <a:r>
              <a:rPr lang="en-US" sz="4200" b="1" dirty="0">
                <a:solidFill>
                  <a:srgbClr val="F7C9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2920" y="16642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오늘도, 안심하고 산책하세요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AB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체험해보기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2578608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25786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first-team-project-two.vercel.app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임재영 (AI·PM)  ·  오연수 (BE)  ·  윤소윤 (BE)  ·  정선혜 (FE·디자인)   —   감사합니다 🐾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댕기온 — 반려견 산책 라이프 플랫폼</dc:title>
  <dc:subject>PptxGenJS Presentation</dc:subject>
  <dc:creator>댕기온 팀</dc:creator>
  <cp:lastModifiedBy>댕기온 팀</cp:lastModifiedBy>
  <cp:revision>1</cp:revision>
  <dcterms:created xsi:type="dcterms:W3CDTF">2026-07-05T11:20:54Z</dcterms:created>
  <dcterms:modified xsi:type="dcterms:W3CDTF">2026-07-05T11:20:54Z</dcterms:modified>
</cp:coreProperties>
</file>